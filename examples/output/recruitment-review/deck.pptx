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Q3 招聘复盘汇报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HR 招聘调配汇报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Q3 招聘完成率未达目标，技术岗缺口最大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Q3 招聘完成率低于目标，技术岗是主要缺口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招聘完成率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低于目标 20 个百分点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技术岗缺口最大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缺口 30% 集中在后端/Java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Q4 追赶计划已制定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预计 12 月底前补齐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 数据平台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Q3 招聘漏斗全图与各环节转化率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环节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转化率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渠道曝光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4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简历投递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545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≥10%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07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初筛通过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307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30%-50%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面试通过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69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25%-40%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31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Offer 接受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831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≥75%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93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入职到岗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130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90%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593080"/>
            <a:ext cx="1645920" cy="762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Arial"/>
                <a:ea typeface="KaiTi"/>
              </a:rPr>
              <a:t>≥90%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hevron 38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简历投递转化率刚好达标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面试通过环节低于目标，需优化面试官效率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Offer 接受率健康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招聘系统 2026Q3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招聘漏斗各环节转化率分析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8969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15817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曝光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70681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939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259" y="1371600"/>
            <a:ext cx="188969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2699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619" y="1417320"/>
            <a:ext cx="115817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投递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2699" y="2468880"/>
            <a:ext cx="170681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1,500 (15%)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678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0998" y="1371600"/>
            <a:ext cx="188969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42438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5358" y="1417320"/>
            <a:ext cx="115817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初筛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468880"/>
            <a:ext cx="170681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600 (6%)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417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737" y="1371600"/>
            <a:ext cx="1889699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2177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097" y="1417320"/>
            <a:ext cx="115817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面试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177" y="2468880"/>
            <a:ext cx="170681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180 (1%)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156" y="1554480"/>
            <a:ext cx="228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0476" y="1371600"/>
            <a:ext cx="1889699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61916" y="141732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4836" y="1417320"/>
            <a:ext cx="1158179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入职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1916" y="2468880"/>
            <a:ext cx="1706819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130 (1%)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招聘系统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各招聘渠道 ROI 对比与投放建议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418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85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简历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951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18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入职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84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单入职成本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751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性价比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BOSS 直聘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18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685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951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18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4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51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猎聘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18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685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951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18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84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751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18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685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951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218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84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51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418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685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951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18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84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751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Q3 渠道统计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岗位优先级矩阵：影响度 × 紧急度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影响度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5148072"/>
            <a:ext cx="3291840" cy="25603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紧急度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25880"/>
            <a:ext cx="4114800" cy="18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立即行动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4650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核心架构师</a:t>
            </a:r>
            <a:br/>
            <a:r>
              <a:rPr>
                <a:ea typeface="KaiTi"/>
              </a:rPr>
              <a:t>算法负责人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325880"/>
            <a:ext cx="4114800" cy="1828800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1732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提前布局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校招 Pipeline</a:t>
            </a:r>
            <a:br/>
            <a:r>
              <a:rPr>
                <a:ea typeface="KaiTi"/>
              </a:rPr>
              <a:t>高潜储备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291840"/>
            <a:ext cx="4114800" cy="1828800"/>
          </a:xfrm>
          <a:prstGeom prst="rect">
            <a:avLst/>
          </a:prstGeom>
          <a:solidFill>
            <a:srgbClr val="FC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38328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快速解决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1246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实习生</a:t>
            </a:r>
            <a:br/>
            <a:r>
              <a:rPr>
                <a:ea typeface="KaiTi"/>
              </a:rPr>
              <a:t>辅助岗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291840"/>
            <a:ext cx="4114800" cy="1828800"/>
          </a:xfrm>
          <a:prstGeom prst="rect">
            <a:avLst/>
          </a:prstGeom>
          <a:solidFill>
            <a:srgbClr val="DC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38328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暂缓/冻结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1246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非关键替补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HRBP 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Q4 追赶计划与关键里程碑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优化 JD + 开通猎聘，预计简历 +40%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03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3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薪酬特批，Offer 接受率 +20%</a:t>
            </a:r>
          </a:p>
        </p:txBody>
      </p:sp>
      <p:sp>
        <p:nvSpPr>
          <p:cNvPr id="11" name="Oval 10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面试流程精简，周期 -5 天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3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11 月 内推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23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内推激励翻倍，入职 +30%</a:t>
            </a:r>
          </a:p>
        </p:txBody>
      </p:sp>
      <p:sp>
        <p:nvSpPr>
          <p:cNvPr id="17" name="Oval 16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12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复盘：目标达成率评估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招聘计划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Q4 招聘追赶行动计划与责任人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优化 JD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 1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覆盖 Spring Cloud 等热词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负责人：HRBP-A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薪酬特批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5858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 1-2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技术岗调薪至 75 分位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3018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858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负责人：HRD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876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3036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面试精简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876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3036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 2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3036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 轮 → 3 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196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3036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负责人：招聘组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行动计划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期待进一步交流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