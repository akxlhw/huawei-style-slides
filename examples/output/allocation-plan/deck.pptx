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XX 部门人员调配方案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HR 招聘调配汇报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HR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8 个新增需求中 5 个通过内部调配解决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8 个新增需求中 5 个通过内部调配解决，3 个外部招聘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招聘完成率 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低于目标 20 个百分点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技术岗缺口最大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缺口 30% 集中在后端/Java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Q4 追赶计划已制定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预计 12 月底前补齐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HR 数据平台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业务扩张带来的人员调配背景说明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渠道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418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费用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685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简历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951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218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入职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84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单入职成本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751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性价比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BOSS 直聘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418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685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951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18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84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751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猎聘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418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685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951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218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84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751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内推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418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685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951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218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84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751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智联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6418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685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951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218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84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751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Q3 渠道统计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内部调配决策矩阵：能力 × 意愿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4630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影响度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5148072"/>
            <a:ext cx="3291840" cy="25603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紧急度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325880"/>
            <a:ext cx="4114800" cy="18288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41732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立即行动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4650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核心架构师</a:t>
            </a:r>
            <a:br/>
            <a:r>
              <a:rPr>
                <a:ea typeface="KaiTi"/>
              </a:rPr>
              <a:t>算法负责人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325880"/>
            <a:ext cx="4114800" cy="1828800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41732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提前布局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74650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校招 Pipeline</a:t>
            </a:r>
            <a:br/>
            <a:r>
              <a:rPr>
                <a:ea typeface="KaiTi"/>
              </a:rPr>
              <a:t>高潜储备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3291840"/>
            <a:ext cx="4114800" cy="1828800"/>
          </a:xfrm>
          <a:prstGeom prst="rect">
            <a:avLst/>
          </a:prstGeom>
          <a:solidFill>
            <a:srgbClr val="FC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38328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快速解决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71246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实习生</a:t>
            </a:r>
            <a:br/>
            <a:r>
              <a:rPr>
                <a:ea typeface="KaiTi"/>
              </a:rPr>
              <a:t>辅助岗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3291840"/>
            <a:ext cx="4114800" cy="1828800"/>
          </a:xfrm>
          <a:prstGeom prst="rect">
            <a:avLst/>
          </a:prstGeom>
          <a:solidFill>
            <a:srgbClr val="DCDD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383280"/>
            <a:ext cx="3749040" cy="29260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暂缓/冻结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712464"/>
            <a:ext cx="3749040" cy="131673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非关键替补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HRBP 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内部调配人员详表与匹配度评估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渠道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418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费用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685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简历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951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面试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218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入职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84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单入职成本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751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性价比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BOSS 直聘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418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685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951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18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845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7510" y="178308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猎聘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418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685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951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218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845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7510" y="265176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内推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418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685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951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218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845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7510" y="352044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智联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6418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685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951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218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845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7510" y="4389120"/>
            <a:ext cx="1532665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Q3 渠道统计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人员调配实施时间表与关键节点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 月 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优化 JD + 开通猎聘，预计简历 +40%</a:t>
            </a:r>
          </a:p>
        </p:txBody>
      </p:sp>
      <p:sp>
        <p:nvSpPr>
          <p:cNvPr id="8" name="Oval 7"/>
          <p:cNvSpPr/>
          <p:nvPr/>
        </p:nvSpPr>
        <p:spPr>
          <a:xfrm>
            <a:off x="342900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034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 月 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034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薪酬特批，Offer 接受率 +20%</a:t>
            </a:r>
          </a:p>
        </p:txBody>
      </p:sp>
      <p:sp>
        <p:nvSpPr>
          <p:cNvPr id="11" name="Oval 10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 月 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面试流程精简，周期 -5 天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238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11 月 内推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238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内推激励翻倍，入职 +30%</a:t>
            </a:r>
          </a:p>
        </p:txBody>
      </p:sp>
      <p:sp>
        <p:nvSpPr>
          <p:cNvPr id="17" name="Oval 16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12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复盘：目标达成率评估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招聘计划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人员调配风险识别与应对措施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54298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3179978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优化 JD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54298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7997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第 1 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覆盖 Spring Cloud 等热词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负责人：HRBP-A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1371600"/>
            <a:ext cx="3454298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5858" y="1371600"/>
            <a:ext cx="3179978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薪酬特批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1920240"/>
            <a:ext cx="3454298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5858" y="1920240"/>
            <a:ext cx="317997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第 1-2 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858" y="2468880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技术岗调薪至 75 分位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3018" y="44805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5858" y="466344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负责人：HRD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5876" y="1371600"/>
            <a:ext cx="3454298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3036" y="1371600"/>
            <a:ext cx="3179978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面试精简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876" y="1920240"/>
            <a:ext cx="3454298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3036" y="1920240"/>
            <a:ext cx="317997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第 2 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3036" y="2468880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 轮 → 3 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0196" y="44805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3036" y="466344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负责人：招聘组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行动计划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期待进一步交流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