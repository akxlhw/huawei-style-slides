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058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Q3 招聘渠道 ROI 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02536"/>
            <a:ext cx="10058400" cy="56692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HR 招聘调配汇报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27248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HR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9896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6217920"/>
            <a:ext cx="420624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建议停投智联，将预算转向 BOSS 与内推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914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0180015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建议停投智联，释放预算加投 BOSS 与内推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560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6032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招聘完成率 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56032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低于目标 20 个百分点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338328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38328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技术岗缺口最大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38328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缺口 30% 集中在后端/Java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42062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20624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Q4 追赶计划已制定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20624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预计 12 月底前补齐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7548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HR 数据平台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按 MECE 原则对招聘渠道进行分类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渠道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64185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费用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6850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简历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29515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面试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62180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入职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845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单入职成本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27510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性价比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69164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8308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BOSS 直聘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4185" y="178308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6850" y="178308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9515" y="178308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180" y="178308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845" y="178308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7510" y="178308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6517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65176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猎聘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64185" y="265176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30,000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6850" y="265176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9515" y="265176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62180" y="265176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845" y="265176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5,000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7510" y="265176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0.8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5204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52044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内推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4185" y="352044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5,000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6850" y="352044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29515" y="352044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62180" y="352044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845" y="352044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556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7510" y="352044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3.6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3891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38912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智联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64185" y="438912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6850" y="438912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29515" y="438912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62180" y="438912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94845" y="438912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∞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7510" y="438912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525780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Q3 渠道统计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各渠道 ROI 对比与投放效果分析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环节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28016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数量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28016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转化率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28016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目标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渠道曝光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783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10,000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783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783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100%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545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545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简历投递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545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1,500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545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545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≥10%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07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07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初筛通过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307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600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307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40%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307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30%-50%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069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069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面试通过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4069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180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4069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30%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4069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25%-40%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831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831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Offer 接受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4831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144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4831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80%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4831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≥75%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593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593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入职到岗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5593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130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5593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90%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5593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≥90%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6355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Chevron 38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启示：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简历投递转化率刚好达标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面试通过环节低于目标，需优化面试官效率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Offer 接受率健康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招聘系统 2026Q3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渠道贡献度与单位成本二维矩阵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4630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影响度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0760" y="5148072"/>
            <a:ext cx="3291840" cy="25603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紧急度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1325880"/>
            <a:ext cx="4114800" cy="1828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1417320"/>
            <a:ext cx="3749040" cy="29260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立即行动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746504"/>
            <a:ext cx="3749040" cy="131673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核心架构师</a:t>
            </a:r>
            <a:br/>
            <a:r>
              <a:rPr>
                <a:ea typeface="KaiTi"/>
              </a:rPr>
              <a:t>算法负责人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1325880"/>
            <a:ext cx="4114800" cy="1828800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1417320"/>
            <a:ext cx="3749040" cy="29260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提前布局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746504"/>
            <a:ext cx="3749040" cy="131673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校招 Pipeline</a:t>
            </a:r>
            <a:br/>
            <a:r>
              <a:rPr>
                <a:ea typeface="KaiTi"/>
              </a:rPr>
              <a:t>高潜储备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3291840"/>
            <a:ext cx="4114800" cy="1828800"/>
          </a:xfrm>
          <a:prstGeom prst="rect">
            <a:avLst/>
          </a:prstGeom>
          <a:solidFill>
            <a:srgbClr val="FCC8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3383280"/>
            <a:ext cx="3749040" cy="29260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快速解决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712464"/>
            <a:ext cx="3749040" cy="131673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实习生</a:t>
            </a:r>
            <a:br/>
            <a:r>
              <a:rPr>
                <a:ea typeface="KaiTi"/>
              </a:rPr>
              <a:t>辅助岗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3291840"/>
            <a:ext cx="4114800" cy="1828800"/>
          </a:xfrm>
          <a:prstGeom prst="rect">
            <a:avLst/>
          </a:prstGeom>
          <a:solidFill>
            <a:srgbClr val="DCDD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3383280"/>
            <a:ext cx="3749040" cy="29260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暂缓/冻结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712464"/>
            <a:ext cx="3749040" cy="131673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非关键替补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HRBP 评估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Q4 渠道预算调整与执行时间表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" y="2743200"/>
            <a:ext cx="9784080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298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10 月 W1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优化 JD + 开通猎聘，预计简历 +40%</a:t>
            </a:r>
          </a:p>
        </p:txBody>
      </p:sp>
      <p:sp>
        <p:nvSpPr>
          <p:cNvPr id="8" name="Oval 7"/>
          <p:cNvSpPr/>
          <p:nvPr/>
        </p:nvSpPr>
        <p:spPr>
          <a:xfrm>
            <a:off x="342900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2034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10 月 W2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034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薪酬特批，Offer 接受率 +20%</a:t>
            </a:r>
          </a:p>
        </p:txBody>
      </p:sp>
      <p:sp>
        <p:nvSpPr>
          <p:cNvPr id="11" name="Oval 10"/>
          <p:cNvSpPr/>
          <p:nvPr/>
        </p:nvSpPr>
        <p:spPr>
          <a:xfrm>
            <a:off x="587502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10 月 W3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面试流程精简，周期 -5 天</a:t>
            </a:r>
          </a:p>
        </p:txBody>
      </p:sp>
      <p:sp>
        <p:nvSpPr>
          <p:cNvPr id="14" name="Oval 13"/>
          <p:cNvSpPr/>
          <p:nvPr/>
        </p:nvSpPr>
        <p:spPr>
          <a:xfrm>
            <a:off x="832104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238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11 月 内推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238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内推激励翻倍，入职 +30%</a:t>
            </a:r>
          </a:p>
        </p:txBody>
      </p:sp>
      <p:sp>
        <p:nvSpPr>
          <p:cNvPr id="17" name="Oval 16"/>
          <p:cNvSpPr/>
          <p:nvPr/>
        </p:nvSpPr>
        <p:spPr>
          <a:xfrm>
            <a:off x="10767060" y="253746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12 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复盘：目标达成率评估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招聘计划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谢谢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210312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期待进一步交流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10728655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